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handoutMasterIdLst>
    <p:handoutMasterId r:id="rId4"/>
  </p:handout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8799B23B-EC83-4686-B30A-512413B5E67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 autoAdjust="0"/>
  </p:normalViewPr>
  <p:slideViewPr>
    <p:cSldViewPr snapToGrid="0">
      <p:cViewPr>
        <p:scale>
          <a:sx n="100" d="100"/>
          <a:sy n="100" d="100"/>
        </p:scale>
        <p:origin x="-216" y="-538"/>
      </p:cViewPr>
      <p:guideLst/>
    </p:cSldViewPr>
  </p:slideViewPr>
  <p:outlineViewPr>
    <p:cViewPr>
      <p:scale>
        <a:sx n="33" d="100"/>
        <a:sy n="33" d="100"/>
      </p:scale>
      <p:origin x="0" y="-1166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customXml" Target="../customXml/item2.xml"/><Relationship Id="rId8" Type="http://schemas.openxmlformats.org/officeDocument/2006/relationships/customXml" Target="../customXml/item1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Relationship Id="rId3" Type="http://schemas.openxmlformats.org/officeDocument/2006/relationships/notesMaster" Target="notesMasters/notesMaster1.xml"/><Relationship Id="rId2" Type="http://schemas.openxmlformats.org/officeDocument/2006/relationships/theme" Target="theme/theme1.xml"/><Relationship Id="rId10" Type="http://schemas.openxmlformats.org/officeDocument/2006/relationships/customXml" Target="../customXml/item3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4B9C3D-A6AA-4477-AC5E-4C46DDCA9DCD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DE28C3-D699-4CA0-B343-5111DC59199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938646-CEA8-41F9-BD9F-D1FA107D99CC}" type="datetimeFigureOut">
              <a:rPr lang="en-US" smtClean="0"/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B040C8-62D2-4EA7-B200-D3B8C06AAFD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 userDrawn="1"/>
        </p:nvSpPr>
        <p:spPr>
          <a:xfrm>
            <a:off x="9683715" y="0"/>
            <a:ext cx="2497331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0" y="0"/>
            <a:ext cx="2527294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27301" y="1748633"/>
            <a:ext cx="7156415" cy="3360734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1971692" y="254794"/>
            <a:ext cx="8248616" cy="6367462"/>
            <a:chOff x="1689101" y="254794"/>
            <a:chExt cx="8248616" cy="6367462"/>
          </a:xfrm>
        </p:grpSpPr>
        <p:cxnSp>
          <p:nvCxnSpPr>
            <p:cNvPr id="6" name="Straight Connector 5"/>
            <p:cNvCxnSpPr/>
            <p:nvPr userDrawn="1"/>
          </p:nvCxnSpPr>
          <p:spPr>
            <a:xfrm>
              <a:off x="1689101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 userDrawn="1"/>
          </p:nvCxnSpPr>
          <p:spPr>
            <a:xfrm>
              <a:off x="1689101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 userDrawn="1"/>
          </p:nvCxnSpPr>
          <p:spPr>
            <a:xfrm>
              <a:off x="9937717" y="254794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 userDrawn="1"/>
          </p:nvCxnSpPr>
          <p:spPr>
            <a:xfrm>
              <a:off x="9937717" y="3822700"/>
              <a:ext cx="0" cy="2799556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oup 15"/>
          <p:cNvGrpSpPr/>
          <p:nvPr userDrawn="1"/>
        </p:nvGrpSpPr>
        <p:grpSpPr>
          <a:xfrm>
            <a:off x="1971690" y="1543050"/>
            <a:ext cx="8248611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>
            <a:fillRect/>
          </a:stretch>
        </p:blipFill>
        <p:spPr>
          <a:xfrm rot="16200000">
            <a:off x="6976110" y="1642110"/>
            <a:ext cx="6858000" cy="3573780"/>
          </a:xfrm>
          <a:prstGeom prst="rect">
            <a:avLst/>
          </a:prstGeom>
        </p:spPr>
      </p:pic>
      <p:pic>
        <p:nvPicPr>
          <p:cNvPr id="13" name="Graphic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" b="47888"/>
          <a:stretch>
            <a:fillRect/>
          </a:stretch>
        </p:blipFill>
        <p:spPr>
          <a:xfrm rot="5400000">
            <a:off x="-1718310" y="1646872"/>
            <a:ext cx="6858000" cy="357378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250825" y="254794"/>
            <a:ext cx="11690350" cy="6348413"/>
          </a:xfrm>
          <a:prstGeom prst="rect">
            <a:avLst/>
          </a:prstGeom>
          <a:noFill/>
          <a:ln w="44450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2527301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 userDrawn="1"/>
        </p:nvCxnSpPr>
        <p:spPr>
          <a:xfrm>
            <a:off x="2527301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 userDrawn="1"/>
        </p:nvCxnSpPr>
        <p:spPr>
          <a:xfrm>
            <a:off x="9683717" y="254794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9683717" y="3822700"/>
            <a:ext cx="0" cy="2799556"/>
          </a:xfrm>
          <a:prstGeom prst="line">
            <a:avLst/>
          </a:prstGeom>
          <a:ln w="444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15"/>
          <p:cNvGrpSpPr/>
          <p:nvPr userDrawn="1"/>
        </p:nvGrpSpPr>
        <p:grpSpPr>
          <a:xfrm>
            <a:off x="2517792" y="1543050"/>
            <a:ext cx="7165925" cy="3771900"/>
            <a:chOff x="2517792" y="1651000"/>
            <a:chExt cx="7165925" cy="3771900"/>
          </a:xfrm>
        </p:grpSpPr>
        <p:cxnSp>
          <p:nvCxnSpPr>
            <p:cNvPr id="12" name="Straight Connector 11"/>
            <p:cNvCxnSpPr/>
            <p:nvPr userDrawn="1"/>
          </p:nvCxnSpPr>
          <p:spPr>
            <a:xfrm>
              <a:off x="2527301" y="16510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 userDrawn="1"/>
          </p:nvCxnSpPr>
          <p:spPr>
            <a:xfrm>
              <a:off x="2517792" y="5422900"/>
              <a:ext cx="7156416" cy="0"/>
            </a:xfrm>
            <a:prstGeom prst="line">
              <a:avLst/>
            </a:prstGeom>
            <a:ln w="4445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08250" y="298450"/>
            <a:ext cx="7156450" cy="725170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 title </a:t>
            </a:r>
            <a:endParaRPr lang="en-US" dirty="0"/>
          </a:p>
        </p:txBody>
      </p:sp>
      <p:sp>
        <p:nvSpPr>
          <p:cNvPr id="3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2546350" y="1856105"/>
            <a:ext cx="7137400" cy="25654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 dirty="0"/>
              <a:t>Content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058670" y="191770"/>
            <a:ext cx="7156450" cy="1740535"/>
          </a:xfrm>
        </p:spPr>
        <p:txBody>
          <a:bodyPr tIns="0" bIns="0" anchor="ctr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4" name="图片占位符 3"/>
          <p:cNvSpPr>
            <a:spLocks noGrp="1"/>
          </p:cNvSpPr>
          <p:nvPr>
            <p:ph type="pic" idx="10"/>
          </p:nvPr>
        </p:nvSpPr>
        <p:spPr>
          <a:xfrm>
            <a:off x="1946275" y="2243455"/>
            <a:ext cx="8361045" cy="408051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8B6D2-5532-4B59-9C5A-AB106F128946}" type="datetime1">
              <a:rPr lang="en-US" smtClean="0"/>
            </a:fld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</a:fld>
            <a:endParaRPr 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idx="14" hasCustomPrompt="1"/>
          </p:nvPr>
        </p:nvSpPr>
        <p:spPr>
          <a:xfrm>
            <a:off x="2423160" y="984885"/>
            <a:ext cx="4005580" cy="1461135"/>
          </a:xfrm>
        </p:spPr>
        <p:txBody>
          <a:bodyPr/>
          <a:lstStyle>
            <a:lvl2pPr marL="228600" indent="0">
              <a:buNone/>
              <a:defRPr/>
            </a:lvl2pPr>
          </a:lstStyle>
          <a:p>
            <a:pPr lvl="0"/>
            <a:r>
              <a:rPr lang="en-US" altLang="zh-CN" smtClean="0"/>
              <a:t>Content</a:t>
            </a:r>
            <a:endParaRPr lang="en-US" altLang="zh-CN" smtClean="0"/>
          </a:p>
        </p:txBody>
      </p:sp>
      <p:sp>
        <p:nvSpPr>
          <p:cNvPr id="9" name="图片占位符 8"/>
          <p:cNvSpPr>
            <a:spLocks noGrp="1"/>
          </p:cNvSpPr>
          <p:nvPr>
            <p:ph type="pic" idx="15"/>
          </p:nvPr>
        </p:nvSpPr>
        <p:spPr>
          <a:xfrm>
            <a:off x="2369185" y="2917190"/>
            <a:ext cx="5264150" cy="2598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endParaRPr lang="zh-CN" alt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2423160" y="177800"/>
            <a:ext cx="7156450" cy="725170"/>
          </a:xfrm>
        </p:spPr>
        <p:txBody>
          <a:bodyPr tIns="0" bIns="0" anchor="b">
            <a:noAutofit/>
          </a:bodyPr>
          <a:lstStyle>
            <a:lvl1pPr algn="ctr"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 title 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noFill/>
          <a:ln w="31750" cap="sq">
            <a:noFill/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9B8B6D2-5532-4B59-9C5A-AB106F12894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318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63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C2A85E2-5219-4B5F-9D52-D97CA94AAB32}">
  <ds:schemaRefs/>
</ds:datastoreItem>
</file>

<file path=customXml/itemProps2.xml><?xml version="1.0" encoding="utf-8"?>
<ds:datastoreItem xmlns:ds="http://schemas.openxmlformats.org/officeDocument/2006/customXml" ds:itemID="{F5C14155-A57F-48FA-B253-A79CB6269DDC}">
  <ds:schemaRefs/>
</ds:datastoreItem>
</file>

<file path=customXml/itemProps3.xml><?xml version="1.0" encoding="utf-8"?>
<ds:datastoreItem xmlns:ds="http://schemas.openxmlformats.org/officeDocument/2006/customXml" ds:itemID="{89316C43-4A17-4971-BB8F-F0F6B8CDF2E0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Widescreen</PresentationFormat>
  <Paragraphs>0</Paragraphs>
  <Slides>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0" baseType="lpstr">
      <vt:lpstr>Arial</vt:lpstr>
      <vt:lpstr>宋体</vt:lpstr>
      <vt:lpstr>Wingdings</vt:lpstr>
      <vt:lpstr>Arial Unicode MS</vt:lpstr>
      <vt:lpstr>Gill Sans MT</vt:lpstr>
      <vt:lpstr>华文中宋</vt:lpstr>
      <vt:lpstr>Calibri</vt:lpstr>
      <vt:lpstr>Aptos</vt:lpstr>
      <vt:lpstr>Segoe UI</vt:lpstr>
      <vt:lpstr>Parcel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Public speaking solutions</dc:title>
  <dc:creator/>
  <cp:lastModifiedBy>原来我以前叫白菜</cp:lastModifiedBy>
  <cp:revision>26</cp:revision>
  <dcterms:created xsi:type="dcterms:W3CDTF">2026-01-01T12:38:00Z</dcterms:created>
  <dcterms:modified xsi:type="dcterms:W3CDTF">2026-01-01T13:14:22Z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KSOProductBuildVer">
    <vt:lpwstr>2052-12.1.0.24034</vt:lpwstr>
  </property>
  <property fmtid="{D5CDD505-2E9C-101B-9397-08002B2CF9AE}" pid="5" name="ICV">
    <vt:lpwstr>27C30F66034740D1BA60B00AD3E63388_12</vt:lpwstr>
  </property>
</Properties>
</file>